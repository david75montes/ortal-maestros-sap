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712700" cy="61722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5" d="100"/>
          <a:sy n="75" d="100"/>
        </p:scale>
        <p:origin x="232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5180" y="1052834"/>
            <a:ext cx="12924262" cy="3595471"/>
          </a:xfrm>
          <a:custGeom>
            <a:avLst/>
            <a:gdLst/>
            <a:ahLst/>
            <a:cxnLst/>
            <a:rect l="l" t="t" r="r" b="b"/>
            <a:pathLst>
              <a:path w="12924262" h="3595471">
                <a:moveTo>
                  <a:pt x="0" y="0"/>
                </a:moveTo>
                <a:lnTo>
                  <a:pt x="12924262" y="0"/>
                </a:lnTo>
                <a:lnTo>
                  <a:pt x="12924262" y="3595471"/>
                </a:lnTo>
                <a:lnTo>
                  <a:pt x="0" y="359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1897" y="-319407"/>
            <a:ext cx="13007772" cy="6811014"/>
          </a:xfrm>
          <a:custGeom>
            <a:avLst/>
            <a:gdLst/>
            <a:ahLst/>
            <a:cxnLst/>
            <a:rect l="l" t="t" r="r" b="b"/>
            <a:pathLst>
              <a:path w="13007772" h="6811014">
                <a:moveTo>
                  <a:pt x="0" y="0"/>
                </a:moveTo>
                <a:lnTo>
                  <a:pt x="13007772" y="0"/>
                </a:lnTo>
                <a:lnTo>
                  <a:pt x="13007772" y="6811014"/>
                </a:lnTo>
                <a:lnTo>
                  <a:pt x="0" y="6811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715875" cy="6172200"/>
          </a:xfrm>
          <a:custGeom>
            <a:avLst/>
            <a:gdLst/>
            <a:ahLst/>
            <a:cxnLst/>
            <a:rect l="l" t="t" r="r" b="b"/>
            <a:pathLst>
              <a:path w="12715875" h="6172200">
                <a:moveTo>
                  <a:pt x="0" y="0"/>
                </a:moveTo>
                <a:lnTo>
                  <a:pt x="12715875" y="0"/>
                </a:lnTo>
                <a:lnTo>
                  <a:pt x="12715875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" b="-12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67254"/>
            <a:ext cx="12715875" cy="5837693"/>
          </a:xfrm>
          <a:custGeom>
            <a:avLst/>
            <a:gdLst/>
            <a:ahLst/>
            <a:cxnLst/>
            <a:rect l="l" t="t" r="r" b="b"/>
            <a:pathLst>
              <a:path w="12715875" h="5837693">
                <a:moveTo>
                  <a:pt x="0" y="0"/>
                </a:moveTo>
                <a:lnTo>
                  <a:pt x="12715875" y="0"/>
                </a:lnTo>
                <a:lnTo>
                  <a:pt x="12715875" y="5837692"/>
                </a:lnTo>
                <a:lnTo>
                  <a:pt x="0" y="5837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" r="-50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Luis Alfredo Reina Colmenares</dc:creator>
  <cp:lastModifiedBy>Luis Alfredo Reina Colmenares</cp:lastModifiedBy>
  <cp:revision>1</cp:revision>
  <dcterms:created xsi:type="dcterms:W3CDTF">2006-08-16T00:00:00Z</dcterms:created>
  <dcterms:modified xsi:type="dcterms:W3CDTF">2024-07-02T20:48:51Z</dcterms:modified>
  <dc:identifier>DAGJ1E-6CQ0</dc:identifier>
</cp:coreProperties>
</file>